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190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220초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78 → 40초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접수→결심(실제 사수 기준)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7~9 → 6~7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전투기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절차(To-Be에도 통합공중작전통제소 승인 절차 · 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· 군단 방공은 상급 승인(As-Is 음성 · To-Be 데이터링크)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48건)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9건 중 실제 발사 1·1건,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22·31건)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협조(23·28건)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1건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1·1건 제외) As-Is 방공여단 중계 한 칸이 모든 경우에 들어가고, Patriot 협조가 붙은 항적(23·28건)에서는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천궁-II가 쏘는 경우(7·2건)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→(데이터링크 제안) 통합공중작전통제소 → 천궁-II 충주 사격통제소 → 발사 (2건)  [6칸] · 천마·비호는 두 체계 모두 순항 교전 대상이 아님(7판)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경우(10·11건)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→(통합망 항적) 군단 방공 →(데이터링크 승인 요청) 통합공중작전통제소 →(승인) 군단 방공 → 천마 사격통제소 → 천마  [7칸 · 7판: 승인 왕복이 생김]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경우(11·16건)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⇄(데이터링크 승인) 통합공중작전통제소 → 군단 방공 → 천마·비호 사격통제소 → 발사  [6칸 · 매체만 바뀜]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230368"/>
            <a:ext cx="11064240" cy="1170432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32180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669280"/>
            <a:ext cx="107899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두 체계 모두 Patriot 케이시가 쏜다(발사 직후 Patriot 레이더·FPS-117이 잡고, 결심 지휘소가 요격 창이 먼저 열리는 포대를 고름). 노드 수는 같고(5~7) 매체만 음성 → 데이터링크. 천마는 7판부터 두 체계 모두 순항 후보가 아니다(6판 To-Be 2건은 사라짐).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전투기는 방공여단 중계와 되돌아오는 길이 빠져 9 → 6. 소형 무인기는 중앙방공통제소 ⇄ 군단 방공의 채팅·음성 이중 왕복(4칸)이 통합공중작전통제소 ⇄ 군단 방공의 데이터링크 승인 왕복(2칸)으로 바뀌어 9 → 7 — 7판에서 To-Be에도 승인 절차를 둔 결과이며, TPS-880K가 먼저 보는 경우는 두 체계 모두 6칸(매체만 다름).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33 · 8: 7 · 9: 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34 · 5: 5 · 6: 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 · 6: 2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13 · 7: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8 · 5: 1 · 6: 17 · 7: 26 · 8: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이중 왕복(4칸) → 데이터링크 승인 왕복(2칸)(−2) · 방공여단(−1) · 4칸은 L-SAM이 상층에서 처리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TPS-880K가 먼저 보면 두 체계 모두 6칸, 천궁-II 레이더가 먼저 보면 9 · 7칸. 순항도 FPS-117이 먼저 보면 5칸, Patriot 레이더가 먼저 보면 7칸(두 체계 같음).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 · To-Be +2): 중앙방공통제소 ⇄ 군단 방공 이중 왕복 대 통합공중작전통제소 승인 왕복 한 번.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왕복(→ 승인 왕복)뿐이고,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접수→결심 = 실제로 쏜 포대를 정한 결심까지 · 결심→발사 = 사수 대기 포함 · 붉은 칸 = 차이 15%·10초 이상 · 시간은 명중한 항적만 세므로 누수는 격추 열로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147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181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278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91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497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220초(seed 30·31도 229 → 224 · 232 → 223초) · 격추까지 263 → 255초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78 → 40초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5B6B7A"/>
                </a:solidFill>
                <a:latin typeface="Malgun Gothic"/>
                <a:ea typeface="Malgun Gothic"/>
              </a:rPr>
              <a:t>133 → 136초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(같음 — 천마 지정은 예측 시각에 걸림)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27초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112초)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7초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91초)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34640"/>
            <a:ext cx="5394960" cy="32004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2608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273552"/>
            <a:ext cx="5120640" cy="2670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탄도탄·방사포·순항·전투기에서 「접수→결심」이 To-Be에서 짧다. 사라진 것은 음성 협조 왕복(평균 20초 × 2), 방공여단 통제소 인가(9초), 중앙방공통제소 ⇄ 군단 방공의 채팅·음성 이중 왕복(50초 안팎). 소형 무인기는 7판에서 차이가 사라졌다 — 실제 사수(천마)의 지정은 무인기가 사거리에 가까워져 「언제 쏠 수 있나」가 예측될 때 나므로, 승인 왕복이 데이터링크로 바뀌어도 결심 시각이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77 → 58초. Patriot 협조 음성 21초와 방공여단 중계가 빠진 몫이며, 요격 창이 좁아 이 19초가 「지휘 시한 초과」 누수(7 대 2)와 격추 수(51 대 64)로 이어진다 — 두 체계 격추 차이 +12의 전부(나머지 위협은 같거나 To-Be가 1 적음).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34640"/>
            <a:ext cx="5394960" cy="32004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2608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273552"/>
            <a:ext cx="5120640" cy="2670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278 · 소형 무인기 449 대 497):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112초 · 순항 107 → 91초): 창이 이미 열려 있어 결심이 빨라진 만큼 발사·명중도 당겨진다. 창이 넓어 격추 수는 같다(15 대 15 · 16 대 16). 순항의 결심→발사 48 → 55초·발사→명중 24 → 26초 증가는 늦어진 것이 아니다(생성→발사 83 → 62초) — 결심이 25초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19초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0.49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27건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12건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0.49 · 통합공중작전통제소 0.24(군단 방공 승인 포함)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27건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747418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4079138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0.49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41909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73629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0.18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855878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187598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0.24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+12 → +101(5배)로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26·27건)와 상층 L-SAM 24발 소진(누수 19·12건).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L-SAM뿐이고 L-SAM 레이더는 저고도 무인기를 수평선 약 80 km 안에서만 봐서(114회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190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195 · +12·+9·+9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220초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78→40 · 53→27초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9 → 6·7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전투기·소형 무인기 가장 흔한 노드 수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4건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한미 현황 공유 없음)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7889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이 모델에서 체계 비교에 쓸 수 있는 효과척도는 「시간」과 「노드 수」 — 격추 수는 방사포에서만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118104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결심까지 시간(78→40 · 77→58 · 53→27초)과 노드 수(9 → 6·7)는 소형 무인기의 결심을 빼면 모든 위협에서 차이가 난다. 격추 수는 방사포(51 → 64)에서만 갈린다 — 방사포는 쏠 수 있는 시간이 수십 초뿐이라 명령이 19초 늦으면 아예 못 쏘고, 못 쏜 항적은 시간 표에 들어가지 않으므로(명중한 것만 셈) 그 손실은 격추 수로만 보인다. 탄도탄·순항·전투기는 창이 넓어 늦어도 창 안에서 쏘니 격추가 같다.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76472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② 격추 수를 가장 크게 움직이는 가정은 「포대가 지휘소 명령 없이 스스로 쏠 수 있는가」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105656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이전 판에서는 「준비하라」는 지시를 받은 포대가 명령이 늦으면 스스로 쏘게 두었다. 그러면 As-Is의 느린 음성 협조·중계가 결과에 드러나지 않아 두 체계가 비슷했다(211 대 205). 표준 절차대로 명령이 와야만 쏘게 하고(5판) To-Be에도 승인 절차를 두자(7판) 명령이 느린 As-Is가 손해를 보며 178 대 190으로 갈렸다 — 지휘 구조 못지않게 포대의 발사 권한 가정이 격추 수를 정한다.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764024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부하도 비교 대상이지만, 이 강도에서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5093208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용량의 절반 아래. 포화는 THAAD 채널(6/6)과 상층 L-SAM 탄(24발)뿐이며 두 체계에 같은 벽. 교전 현황 공유 누락(As-Is 121건)의 파생 결과는 중복 2~4건으로 작게 나오는데, 요격기가 모사되지 않아 천마·비호가 먼저 잡고 L-SAM 사거리에 들면 이미 끝나 있기 때문 — 과소 추정.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751576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④ 미군 자산의 연동은 To-Be(킬웹)에서도 풀리지 않은 문제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608076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두 체계 모두 미군 축은 독립이고 협조 매체만 다르다. 미군을 빼면 To-Be 우위는 유지(154 대 159)되지만 탄도탄 격추가 46 → 27로 준다. 한미 교전 현황 공유가 없어 To-Be에도 중복 4건이 남는다(6판 12건은 군단 방공의 사전 승인 탓) — 「미군 자산을 킬웹 안에 어떻게 넣는가」가 정의돼야 한다.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7판(2026-10-05)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143000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 크기는 난수 잡음(±10)을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3355848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3493008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950208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처리는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93008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창구를 쓰는 일은 항적 접수·명령 인가·명령 접수뿐. 결심 과정·협조 전문 작성과 판독·포대 상태 확인·결과 판독은 시간 0 — 이 단계들의 처리 시간 구체화가 필요하고, 이용률 0.2~0.5는 실제보다 낮게 읽어야 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6163056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6300216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57416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300216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「바빠서·가려서 늦게 본다」가 없다. 공중 위협의 생성→탐지 0~2초와 순항 사수(Patriot 대 천궁-II)가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8970264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9107424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564624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음성·VTC 회선에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9107424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전화기와 VTC는 무한하지 않은데, 모델은 전문이 몰려도 각각 20초 뒤 따로 닿게 둔다 — As-Is에 유리한 가정. 교전 현황 공유 채널만 회선 수(1)를 가진다.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143000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교전 현황 공유 누락의 결과는 과소 추정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85800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As-Is 121건 손실의 파생 결과가 중복 2~4건에 그치는 것은 요격기(전투기)가 모사되지 않아서다. 요격기·공대공·피아 식별이 들어오면 중복 교전·아군 오인 사격으로 바뀔 수 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3355848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3493008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3950208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미군 자산 연동은 킬웹에서도 미정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3493008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축은 두 체계 모두 독립, 협조 매체만 다름. 한미 교전 현황 공유 없음(To-Be 중복 4건). 미군 가입·협조·배제 조건별 실험이 필요하다.</a:t>
            </a:r>
          </a:p>
        </p:txBody>
      </p:sp>
      <p:sp>
        <p:nvSpPr>
          <p:cNvPr id="30" name="Shape 30"/>
          <p:cNvSpPr/>
          <p:nvPr/>
        </p:nvSpPr>
        <p:spPr>
          <a:xfrm>
            <a:off x="6163056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6300216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757416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300216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상층 포대 처리량을 넉넉하게 본다. 요격 확률은 상수이며 명중은 난수.</a:t>
            </a:r>
          </a:p>
        </p:txBody>
      </p:sp>
      <p:sp>
        <p:nvSpPr>
          <p:cNvPr id="34" name="Shape 34"/>
          <p:cNvSpPr/>
          <p:nvPr/>
        </p:nvSpPr>
        <p:spPr>
          <a:xfrm>
            <a:off x="8970264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5" name="Text 35"/>
          <p:cNvSpPr txBox="1"/>
          <p:nvPr/>
        </p:nvSpPr>
        <p:spPr>
          <a:xfrm>
            <a:off x="9107424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9107424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7판 178/190), To-Be의 승인 절차(사전 승인이면 무인기 결심 16초·중복 12건으로 과장), 한미 협조 매체(음성 20초 ↔ 데이터링크 1초), 지휘소 창구 수(6·10·20), 천마 순항 교전 제외.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