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TPS-880K가 먼저 보면 As-Is 6 · To-Be 4칸, 천궁-II 레이더가 먼저 보면 9 · 5칸. 순항도 FPS-117이 먼저 보면 5칸, Patriot 레이더가 먼저 보면 7칸(두 체계 같음).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6974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2167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전문(전부 소형 무인기) 121건이 음성/VTC 한 회선에 막혀 버려짐. 결과로 남는 중복 교전은 실행당 2~4건 — 중앙방공통제소의 무인기 사수가 L-SAM뿐이고 L-SAM 레이더는 저고도 무인기를 수평선 약 80 km 안에서만 봐서(114회 지정 중 12발 발사·69회 사수 불가) 천마와 발사가 겹치기 어렵기 때문. 대신 L-SAM 재지정·인가 왕복 69건이 헛돈다. 격추 차이는 ±5(잡음 안).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4023360"/>
            <a:ext cx="5120640" cy="22860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462272"/>
            <a:ext cx="4846320" cy="1755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7889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이 모델에서 체계 비교에 쓸 수 있는 효과척도는 「시간」과 「노드 수」 — 격추 수는 방사포에서만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118104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결심까지 시간(58→20 · 84→16 · 53→15초)과 노드 수(6~9 → 4~6)는 모든 위협에서 차이가 난다. 격추 수는 방사포(51 → 64)에서만 갈린다 — 방사포는 쏠 수 있는 시간이 수십 초뿐이라 명령이 18초 늦으면 아예 못 쏘고, 못 쏜 항적은 시간 표에 들어가지 않으므로(명중한 것만 셈) 그 손실은 격추 수로만 보인다. 탄도탄·순항·전투기는 창이 넓어 늦어도 창 안에서 쏘니 격추가 같다.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76472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② 격추 수를 가장 크게 움직이는 가정은 「포대가 지휘소 명령 없이 스스로 쏠 수 있는가」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105656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이전 판에서는 「준비하라」는 지시를 받은 포대가 명령이 늦으면 스스로 쏘게 두었다. 그러면 As-Is의 느린 음성 협조·중계가 결과에 드러나지 않아 두 체계가 비슷했다(211 대 205). 표준 절차대로 명령이 와야만 쏘게 하자 명령이 느린 As-Is가 손해를 보며 178 대 192로 갈렸다 — 지휘 구조 못지않게 포대의 발사 권한 가정이 격추 수를 정한다.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764024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부하도 비교 대상이지만, 이 강도에서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5093208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용량의 절반 아래. 포화는 THAAD 채널(6/6)과 상층 L-SAM 탄(24발)뿐이며 두 체계에 같은 벽. 교전 현황 공유 누락(As-Is 121건)의 파생 결과는 중복 2~4건으로 작게 나오는데, 요격기가 모사되지 않아 천마·비호가 먼저 잡고 L-SAM 사거리에 들면 이미 끝나 있기 때문 — 과소 추정.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751576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④ 미군 자산의 연동은 To-Be(킬웹)에서도 풀리지 않은 문제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608076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두 체계 모두 미군 축은 독립이고 협조 매체만 다르다. 미군을 빼면 To-Be 우위는 유지(154 대 165)되지만 탄도탄 격추가 46 → 27로 준다. 한미 교전 현황 공유·군단 방공 포함 협조 고리가 없어 To-Be에도 중복 12건이 남는다 — 「미군 자산을 킬웹 안에 어떻게 넣는가」가 정의돼야 한다.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143000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 크기는 난수 잡음(±10)을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3355848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3493008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3950208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처리는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93008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창구를 쓰는 일은 항적 접수·명령 인가·명령 접수뿐. 결심 과정·협조 전문 작성과 판독·포대 상태 확인·결과 판독은 시간 0 — 이 단계들의 처리 시간 구체화가 필요하고, 이용률 0.2~0.5는 실제보다 낮게 읽어야 한다.</a:t>
            </a:r>
          </a:p>
        </p:txBody>
      </p:sp>
      <p:sp>
        <p:nvSpPr>
          <p:cNvPr id="14" name="Shape 14"/>
          <p:cNvSpPr/>
          <p:nvPr/>
        </p:nvSpPr>
        <p:spPr>
          <a:xfrm>
            <a:off x="6163056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6300216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757416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300216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「바빠서·가려서 늦게 본다」가 없다. 공중 위협의 생성→탐지 0~2초와 순항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8970264" y="137160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9107424" y="148132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564624" y="146304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음성·VTC 회선에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9107424" y="199339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전화기와 VTC는 무한하지 않은데, 모델은 전문이 몰려도 각각 20초 뒤 따로 닿게 둔다 — As-Is에 유리한 가정. 교전 현황 공유 채널만 회선 수(1)를 가진다.</a:t>
            </a:r>
          </a:p>
        </p:txBody>
      </p:sp>
      <p:sp>
        <p:nvSpPr>
          <p:cNvPr id="22" name="Shape 22"/>
          <p:cNvSpPr/>
          <p:nvPr/>
        </p:nvSpPr>
        <p:spPr>
          <a:xfrm>
            <a:off x="548640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1143000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교전 현황 공유 누락의 결과는 과소 추정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85800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As-Is 121건 손실의 파생 결과가 중복 2~4건에 그치는 것은 요격기(전투기)가 모사되지 않아서다. 요격기·공대공·피아 식별이 들어오면 중복 교전·아군 오인 사격으로 바뀔 수 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3355848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3493008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3950208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미군 자산 연동은 킬웹에서도 미정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3493008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축은 두 체계 모두 독립, 협조 매체만 다름. 한미 교전 현황 공유·군단 방공 포함 협조 고리 없음(To-Be 중복 12건). 미군 가입·협조·배제 조건별 실험이 필요하다.</a:t>
            </a:r>
          </a:p>
        </p:txBody>
      </p:sp>
      <p:sp>
        <p:nvSpPr>
          <p:cNvPr id="30" name="Shape 30"/>
          <p:cNvSpPr/>
          <p:nvPr/>
        </p:nvSpPr>
        <p:spPr>
          <a:xfrm>
            <a:off x="6163056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6300216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757416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300216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상층 포대 처리량을 넉넉하게 본다. 요격 확률은 상수이며 명중은 난수.</a:t>
            </a:r>
          </a:p>
        </p:txBody>
      </p:sp>
      <p:sp>
        <p:nvSpPr>
          <p:cNvPr id="34" name="Shape 34"/>
          <p:cNvSpPr/>
          <p:nvPr/>
        </p:nvSpPr>
        <p:spPr>
          <a:xfrm>
            <a:off x="8970264" y="3840480"/>
            <a:ext cx="2670048" cy="23317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5" name="Text 35"/>
          <p:cNvSpPr txBox="1"/>
          <p:nvPr/>
        </p:nvSpPr>
        <p:spPr>
          <a:xfrm>
            <a:off x="9107424" y="3950208"/>
            <a:ext cx="384048" cy="384048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300" b="1" i="0" dirty="0">
                <a:solidFill>
                  <a:srgbClr val="FFFFFF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9107424" y="4462272"/>
            <a:ext cx="2395728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95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한미 협조 매체(음성 20초 ↔ 데이터링크 1초), 지휘소 창구 수(6·10·20 · 3이면 As-Is 포화),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