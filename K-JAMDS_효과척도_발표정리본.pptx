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TPS-880K(4·6) 대 천궁-II 레이더(5·9), 순항도 FPS-117(5) 대 Patriot 레이더(7).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결심→발사 = 사수 대기 포함 · 붉은 칸 = 차이 15% 이상·10초 이상 · 시간은 명중한 항적만 세므로 누수는 격추 열로 읽는다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창이 넓어 격추 수는 같다(15 대 15 · 16 대 16). 순항의 결심→발사 48 → 56초·발사→명중 24 → 26초 증가는 늦어진 것이 아니다(생성→발사 83 → 62초) — 결심이 30초 당겨진 만큼 Patriot 창까지의 대기가 늘고, 사수가 한국군 포대 8건(천궁-II·L-SAM · 비행 평균 20초)에서 Patriot 14건(28초)으로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지휘소는 여유, 병목은 포대의 물리와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 = 처리 중인 시간 비율(1이면 쉴 틈 없음 · 0.9부터 포화) · 생성 구간 1800초 기준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54864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0.51 / 0.45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4008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 지휘소 최대 이용률 As-Is / To-Be
(탄도탄작전통제소 · 임계 0.9의 절반)</a:t>
            </a:r>
          </a:p>
        </p:txBody>
      </p:sp>
      <p:sp>
        <p:nvSpPr>
          <p:cNvPr id="9" name="Shape 9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33756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포화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42900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동시교전 채널
(차단 26 · 24건 — 두 체계 같음)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15" name="Shape 15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91540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 → 0건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0684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지휘소·사격통제소 처리 누락(드롭)
(대기열 넘침 없음)</a:t>
            </a: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834640"/>
          <a:ext cx="11064240" cy="256032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한 줄 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이용률 최대 0.51 · 대기 1초 안팎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0.45 · 통합공중작전통제소 0.20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위협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 인가 경유 · 이용률 최대 0.14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명령이 지나지 않음(도착 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부하가 아니라 거치는 칸 +1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요격 창이 겹치는 물리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 소진 누수 19건 · 상위 3개 포대가 41%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13건 · 45%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보유탄의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공유(군단 방공→상급)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음성/VTC 1채널 · 121건 버려짐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데이터링크 · 버려짐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상급이 교전을 모름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지휘 구조를 바꿔도 창구가 포화되는 자리는 없다. 실제로 막히는 곳은 포대의 동시교전 채널(THAAD)과 보유탄(상층 L-SAM)이며, 이것은 두 체계에 같은 물리·자원의 벽이다. 지휘 구조의 차이는 포화가 아니라 「거치는 창구의 수(방공여단 +1)」와 「창구 사이의 매체(음성 ↔ 데이터링크)」로 나타난다.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지휘소 이용률과 모델이 보지 못하는 부하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48640" y="5440680"/>
            <a:ext cx="57607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통제소는 두 체계 모두 편제에 있지만, To-Be는 통합공중작전통제소가 포대 사격통제소로 바로 명령하므로 교전 명령이 지나지 않는다(도착 0건). 지휘소 포화는 위협 3배부터이며, 거기서 To-Be 우위는 +14 → +117(5배)로 커진다.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188720"/>
            <a:ext cx="5120640" cy="237744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629400" y="128016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핵심 세 줄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627632"/>
            <a:ext cx="4846320" cy="18470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지휘소는 용량의 절반 아래 — 이 강도에서 지휘 구조가 창구 포화로 결과를 바꾸지는 않는다.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막히는 곳은 포대: THAAD 채널 6/6 포화(차단 26·24건)와 상층 L-SAM 24발 소진(누수 19·13건). 요격 창이 겹치는 물리와 보유탄의 문제라 두 체계가 같다.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As-Is만 잃는 것: 군단 방공의 교전 현황이 음성/VTC 한 채널에 막혀 121건 버려짐 — 상급이 군단 방공의 교전을 모른 채 결심한다.</a:t>
            </a:r>
          </a:p>
        </p:txBody>
      </p:sp>
      <p:sp>
        <p:nvSpPr>
          <p:cNvPr id="45" name="Shape 45"/>
          <p:cNvSpPr/>
          <p:nvPr/>
        </p:nvSpPr>
        <p:spPr>
          <a:xfrm>
            <a:off x="6492240" y="3749040"/>
            <a:ext cx="5120640" cy="2560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6629400" y="384048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모델이 보지 못하는 부하(한계)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6629400" y="4187952"/>
            <a:ext cx="4846320" cy="2029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통신 계선과 레이더에는 용량이 없다 — 지연만 있고 「바빠서 못 받는다·못 본다」가 없다. 전문 폭주·동시 추적 수 제한의 효과는 어떤 수치에도 없다.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이용률은 「항적 접수 처리」만 센 값이다. 예측 평가·협조 전문 판독·상태 보고 읽기는 창구 시간을 쓰지 않으므로 실제 운용자 부하보다 낮다.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채널·탄약은 물리 엔진 값이라 지휘 구조 비교의 대상이 아니다 — 배치·보유탄 가정을 바꾸면 그대로 바뀐다.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51 → 64 — 두 체계 격추 차이의 거의 전부.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생기는 중복 발사 12건과, 공중 위협이 발사 원점에서 즉시 보이는 센서 모델(지형 차폐 없음) — 순항미사일의 사수(Patriot 대 천마)가 이 가정에 달려 있다.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「레이더가 바빠서·가려서 늦게 본다」는 효과가 어떤 수치에도 없다. 공중 위협을 발사 원점에서 생성해도 생성→탐지가 0~2초인 이유이며, 순항미사일의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121건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